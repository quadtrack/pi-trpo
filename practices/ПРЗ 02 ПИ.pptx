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/>
              <a:t>Практическое занятие №2: Основы </a:t>
            </a:r>
            <a:r>
              <a:rPr lang="ru-RU" sz="3200" b="1" dirty="0" err="1"/>
              <a:t>Git</a:t>
            </a:r>
            <a:r>
              <a:rPr lang="ru-RU" sz="3200" b="1" dirty="0"/>
              <a:t>: работа с ветками, историями и удалёнными репозиториями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Тема: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sz="2800" dirty="0"/>
              <a:t>Продвинутая работа с системой контроля версий </a:t>
            </a:r>
            <a:r>
              <a:rPr lang="ru-RU" sz="2800" dirty="0" err="1"/>
              <a:t>Git</a:t>
            </a:r>
            <a:r>
              <a:rPr lang="ru-RU" sz="2800" dirty="0"/>
              <a:t>.</a:t>
            </a:r>
          </a:p>
          <a:p>
            <a:pPr algn="just"/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b="1" dirty="0"/>
              <a:t>Цель:</a:t>
            </a:r>
            <a:r>
              <a:rPr lang="ru-RU" sz="2800" dirty="0"/>
              <a:t> Научить студентов основам ветвления, разрешению конфликтов, просмотру истории и эффективной работе с удалённым репозиторием (</a:t>
            </a:r>
            <a:r>
              <a:rPr lang="ru-RU" sz="2800" dirty="0" err="1"/>
              <a:t>GitHub</a:t>
            </a:r>
            <a:r>
              <a:rPr lang="ru-RU" sz="2800" dirty="0"/>
              <a:t>).</a:t>
            </a:r>
            <a:br>
              <a:rPr lang="ru-RU" sz="2800" dirty="0"/>
            </a:br>
            <a:r>
              <a:rPr lang="ru-RU" sz="2800" b="1" dirty="0"/>
              <a:t>Предварительные условия:</a:t>
            </a:r>
            <a:r>
              <a:rPr lang="ru-RU" sz="2800" dirty="0"/>
              <a:t> У всех студентов есть папка </a:t>
            </a:r>
            <a:r>
              <a:rPr lang="ru-RU" sz="2800" dirty="0" err="1"/>
              <a:t>first_project</a:t>
            </a:r>
            <a:r>
              <a:rPr lang="ru-RU" sz="2800" dirty="0"/>
              <a:t> с файлом main.py, инициализированный </a:t>
            </a:r>
            <a:r>
              <a:rPr lang="ru-RU" sz="2800" dirty="0" err="1"/>
              <a:t>Git</a:t>
            </a:r>
            <a:r>
              <a:rPr lang="ru-RU" sz="2800" dirty="0"/>
              <a:t>-репозиторий и репозиторий на </a:t>
            </a:r>
            <a:r>
              <a:rPr lang="ru-RU" sz="2800" dirty="0" err="1"/>
              <a:t>GitHub</a:t>
            </a:r>
            <a:r>
              <a:rPr lang="ru-RU" sz="2800" dirty="0"/>
              <a:t>.</a:t>
            </a:r>
            <a:br>
              <a:rPr lang="ru-RU" sz="2800" dirty="0"/>
            </a:br>
            <a:r>
              <a:rPr lang="ru-RU" sz="2800" b="1" dirty="0"/>
              <a:t>Ключевые результаты:</a:t>
            </a:r>
            <a:endParaRPr lang="ru-RU" sz="2800" dirty="0"/>
          </a:p>
          <a:p>
            <a:pPr lvl="0" algn="just"/>
            <a:r>
              <a:rPr lang="ru-RU" sz="2800" dirty="0"/>
              <a:t>Понимание и использование веток (</a:t>
            </a:r>
            <a:r>
              <a:rPr lang="ru-RU" sz="2800" dirty="0" err="1"/>
              <a:t>branching</a:t>
            </a:r>
            <a:r>
              <a:rPr lang="ru-RU" sz="2800" dirty="0"/>
              <a:t>).</a:t>
            </a:r>
          </a:p>
          <a:p>
            <a:pPr lvl="0" algn="just"/>
            <a:r>
              <a:rPr lang="ru-RU" sz="2800" dirty="0"/>
              <a:t>Умение просматривать историю коммитов.</a:t>
            </a:r>
          </a:p>
          <a:p>
            <a:pPr lvl="0" algn="just"/>
            <a:r>
              <a:rPr lang="ru-RU" sz="2800" dirty="0"/>
              <a:t>Навык разрешения конфликтов слияния.</a:t>
            </a:r>
          </a:p>
          <a:p>
            <a:pPr lvl="0" algn="just"/>
            <a:r>
              <a:rPr lang="ru-RU" sz="2800" dirty="0"/>
              <a:t>Практика работы с удалённым репозиторием (</a:t>
            </a:r>
            <a:r>
              <a:rPr lang="ru-RU" sz="2800" dirty="0" err="1"/>
              <a:t>fetch</a:t>
            </a:r>
            <a:r>
              <a:rPr lang="ru-RU" sz="2800" dirty="0"/>
              <a:t>, </a:t>
            </a:r>
            <a:r>
              <a:rPr lang="ru-RU" sz="2800" dirty="0" err="1"/>
              <a:t>pull</a:t>
            </a:r>
            <a:r>
              <a:rPr lang="ru-RU" sz="2800" dirty="0"/>
              <a:t>, </a:t>
            </a:r>
            <a:r>
              <a:rPr lang="ru-RU" sz="2800" dirty="0" err="1"/>
              <a:t>push</a:t>
            </a:r>
            <a:r>
              <a:rPr lang="ru-RU" sz="2800" dirty="0"/>
              <a:t>).</a:t>
            </a:r>
          </a:p>
          <a:p>
            <a:pPr algn="just"/>
            <a:r>
              <a:rPr lang="ru-RU" sz="2800" dirty="0"/>
              <a:t>Знакомство с понятием</a:t>
            </a:r>
            <a:r>
              <a:rPr lang="en-US" sz="2800" dirty="0"/>
              <a:t> Pull Request (Merge Request).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136</Words>
  <Application>Microsoft Office PowerPoint</Application>
  <PresentationFormat>Широкоэкранный</PresentationFormat>
  <Paragraphs>11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4</cp:revision>
  <dcterms:created xsi:type="dcterms:W3CDTF">2025-09-19T18:20:34Z</dcterms:created>
  <dcterms:modified xsi:type="dcterms:W3CDTF">2025-09-19T21:20:44Z</dcterms:modified>
</cp:coreProperties>
</file>